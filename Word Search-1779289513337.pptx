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 Search #1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785112"/>
            <a:ext cx="694944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94840"/>
            <a:ext cx="685800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T A R D L W O I W J C I E I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Y B Y C K W K P A I T X N B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X A B E V U W X G H I O Z U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 B Z T M M U S A Q H O C F Q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A P P L E L R X W M H W D R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M J B D U W Z N E S U O H G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M I C U F M A B W W O R P N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R W K X M D E F E P S C W B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 W A F I S H B M H T L E B K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R E E D B N T T J L C A U M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L G H N F L Y F M Y N X H E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U N O D Z Z L A K A Z E U B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A V M D F A C N N N S B C S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R C Z X I S X A R Z S F S M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 F A W M C T X T H C P L 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BANANA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BIRD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86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FISH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HOUSE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MOON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1622552"/>
            <a:ext cx="6949440" cy="6248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2280"/>
            <a:ext cx="6858000" cy="624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T A R D L W O I W J C I E I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Y B Y C K W K P A I T X N B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X A B E V U W X G H I O Z U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 B Z T M M U S A Q H O C F Q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A P P L E L R X W M H W D R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M J B D U W Z N E S U O H G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M I C U F M A B W W O R P N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R W K X M D E F E P S C W B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 W A F I S H B M H T L E B K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R E E D B N T T J L C A U M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L G H N F L Y F M Y N X H E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U N O D Z Z L A K A Z E U B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A V M D F A C N N N S B C S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R C Z X I S X A R Z S F S M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 F A W M C T X T H C P L W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Puzzle Book Maker</dc:creator>
  <cp:lastModifiedBy>Puzzle Book Maker</cp:lastModifiedBy>
  <cp:revision>1</cp:revision>
  <dcterms:created xsi:type="dcterms:W3CDTF">2026-05-20T15:05:13Z</dcterms:created>
  <dcterms:modified xsi:type="dcterms:W3CDTF">2026-05-20T15:05:13Z</dcterms:modified>
</cp:coreProperties>
</file>