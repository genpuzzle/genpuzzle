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 H G Z R D U L K G N O X T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H R G Q N T B V B N S T A R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R Y P G N A A X T M W K U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Y Y S Y U Q V C B M S N P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A O N P H Z U R H B M J G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W M D W B O R M O O N W B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B R J A F S U E T G Q B K V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I C N W N I E S R M B I F R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H A B Z F R V E E R R S V F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N O D P T X V U I F I S H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 E M T W R I P D S E J L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M J O P K T W A N C G V L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D P D A B H M I S F M Q V D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X O O B R V E L P P A C O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G F J I S K F L V J B G X 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 H G Z R D U L K G N O X T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H R G Q N T B V B N S T A R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R Y P G N A A X T M W K U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Y Y S Y U Q V C B M S N P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A O N P H Z U R H B M J G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W M D W B O R M O O N W B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B R J A F S U E T G Q B K V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I C N W N I E S R M B I F R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H A B Z F R V E E R R S V F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N O D P T X V U I F I S H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 E M T W R I P D S E J L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M J O P K T W A N C G V L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D P D A B H M I S F M Q V D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X O O B R V E L P P A C O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G F J I S K F L V J B G X J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2026-05-19T23:48:28Z</dcterms:created>
  <dcterms:modified xsi:type="dcterms:W3CDTF">2026-05-19T23:48:28Z</dcterms:modified>
</cp:coreProperties>
</file>