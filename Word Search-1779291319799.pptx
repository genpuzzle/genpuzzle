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9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 Search #1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785112"/>
            <a:ext cx="694944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94840"/>
            <a:ext cx="685800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X R D D T K J X H D G Y S T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 F G R L R G L N B J Y R O B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 L N I U C G W A O F Z U D D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J W B Q B X N S L O A I N P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O I N Q S A I E O K M R S F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I V Y E N A G W L E R W M T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G L R A F I W T S P C U B Z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O I N A N O Q U Z E P R Y Z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 D B H E H U O O B F T A A P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M Y E N V H A H I O R A T S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 M R N K I B M S M R M P C K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 T I I C P D H K D V M R A J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S A F T H D P D P V N L L Q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R U Y B E R Q O N Y D N B P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 L X R D P D E C L I Z R O 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APPLE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BANANA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BIRD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86200" y="64922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FISH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HOUSE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MOON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9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1622552"/>
            <a:ext cx="6949440" cy="6248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32280"/>
            <a:ext cx="6858000" cy="624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X R D D T K J X H D G Y S T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 F G R L R G L N B J Y R O B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 L N I U C G W A O F Z U D D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J W B Q B X N S L O A I N P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O I N Q S A I E O K M R S F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I V Y E N A G W L E R W M T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G L R A F I W T S P C U B Z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O I N A N O Q U Z E P R Y Z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 D B H E H U O O B F T A A P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M Y E N V H A H I O R A T S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 M R N K I B M S M R M P C K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 T I I C P D H K D V M R A J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S A F T H D P D P V N L L Q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R U Y B E R Q O N Y D N B P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 L X R D P D E C L I Z R O M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Puzzle Book Maker</dc:creator>
  <cp:lastModifiedBy>Puzzle Book Maker</cp:lastModifiedBy>
  <cp:revision>1</cp:revision>
  <dcterms:created xsi:type="dcterms:W3CDTF">2026-05-20T15:35:19Z</dcterms:created>
  <dcterms:modified xsi:type="dcterms:W3CDTF">2026-05-20T15:35:19Z</dcterms:modified>
</cp:coreProperties>
</file>