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O K B M V L I V T I A F D U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 A F N F A J V A C Z X H M A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E O S E L R C O V S U S U W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V O S D Q T R F C H L I Q H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Q R U O X D F U H N R F O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A E N F O L I C G R U U C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 R S X G C G M E A M S A S U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 F G W S B H U R T E J Y J N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B A N A N A A C L Z Q H K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A E E Q J T B G B I R D O V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P T D B S Y O J L O K Q H Q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P R M B K U F I E A U A E Y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L V O Q G H D X R I O N U I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E C O X X A K C A J A X Y V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M X N F K G X R Q L N Z U 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O K B M V L I V T I A F D U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 A F N F A J V A C Z X H M A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E O S E L R C O V S U S U W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V O S D Q T R F C H L I Q H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Q R U O X D F U H N R F O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A E N F O L I C G R U U C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 R S X G C G M E A M S A S U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 F G W S B H U R T E J Y J N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B A N A N A A C L Z Q H K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A E E Q J T B G B I R D O V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P T D B S Y O J L O K Q H Q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P R M B K U F I E A U A E Y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L V O Q G H D X R I O N U I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E C O X X A K C A J A X Y V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M X N F K G X R Q L N Z U K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2026-05-20T15:33:59Z</dcterms:created>
  <dcterms:modified xsi:type="dcterms:W3CDTF">2026-05-20T15:33:59Z</dcterms:modified>
</cp:coreProperties>
</file>