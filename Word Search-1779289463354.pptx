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 Search #1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1785112"/>
            <a:ext cx="694944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94840"/>
            <a:ext cx="685800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O O F J L H G Y X H C Y B G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 S H M T I B M A Z T O M L Q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U Z D B P Q P C D U A U R X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J O H G P P U V Y C T U S B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U I Z F L A M M Z U M A J E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 Z P E G R Y J U Q S J C Q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I O S D I W E Y J B O O E I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E F D V J S G I B I R D G N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B P M D W B C D U K K B E O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V A V K Y L S C H B D B L O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R I N G E E W N K S O E C M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 Q E K A B Q X S W F T C E E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D B E F N D D T T X I H Q Y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 N F I S H A X A H G W I A G</a:t>
            </a:r>
            <a:endParaRPr lang="en-US" sz="18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 U T Q W J J R N O A U R 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BANANA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BIRD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86200" y="6492240"/>
            <a:ext cx="3246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FISH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HOUSE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MOON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</a:t>
            </a:r>
            <a:endParaRPr lang="en-US" sz="18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09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1622552"/>
            <a:ext cx="6949440" cy="6248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732280"/>
            <a:ext cx="6858000" cy="624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O O F J L H G Y X H C Y B G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 S H M T I B M A Z T O M L Q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 U Z D B P Q P C D U A U R X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J O H G P P U V Y C T U S B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U I Z F L A M M Z U M A J E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 Z P E G R Y J U Q S J C Q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I O S D I W E Y J B O O E I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E F D V J S G I B I R D G N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 B P M D W B C D U K K B E O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 V A V K Y L S C H B D B L O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R I N G E E W N K S O E C M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 Q E K A B Q X S W F T C E E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D B E F N D D T T X I H Q Y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 N F I S H A X A H G W I A G</a:t>
            </a:r>
            <a:endParaRPr lang="en-US" sz="28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 Q U T Q W J J R N O A U R Q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Puzzle Book Maker</dc:creator>
  <cp:lastModifiedBy>Puzzle Book Maker</cp:lastModifiedBy>
  <cp:revision>1</cp:revision>
  <dcterms:created xsi:type="dcterms:W3CDTF">2026-05-20T15:04:23Z</dcterms:created>
  <dcterms:modified xsi:type="dcterms:W3CDTF">2026-05-20T15:04:23Z</dcterms:modified>
</cp:coreProperties>
</file>