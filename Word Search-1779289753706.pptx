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Search #1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785112"/>
            <a:ext cx="69494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94840"/>
            <a:ext cx="6858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P K R B Z O A E Q P W S I O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M G I G T N I T F G U I F W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H R X U A A W Z J B S Q T J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 D R K N T A C V N B F H P X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W W A E K L E C O T V C A I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 I B C S B G X S T W O P B H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M S L U Z B R E L M P B D S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K Y H O P Y H E W L S D H D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O S Z H B D E E E D T P C C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P U L M B A U Z E F A D D L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U A B O C S M M W R R O U F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Z M G O U C U R P Z T G Q F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 V J Z N J Y K P S S F I Q D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G S D F O V L E I A R L S O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P N N M L G H R R Q Z S I 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BANANA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BIRD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FISH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MOON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22552"/>
            <a:ext cx="6949440" cy="624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2280"/>
            <a:ext cx="6858000" cy="624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P K R B Z O A E Q P W S I O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M G I G T N I T F G U I F W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H R X U A A W Z J B S Q T J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 D R K N T A C V N B F H P X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W W A E K L E C O T V C A I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 I B C S B G X S T W O P B H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M S L U Z B R E L M P B D S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K Y H O P Y H E W L S D H D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O S Z H B D E E E D T P C C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P U L M B A U Z E F A D D L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U A B O C S M M W R R O U F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Z M G O U C U R P Z T G Q F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 V J Z N J Y K P S S F I Q D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G S D F O V L E I A R L S O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P N N M L G H R R Q Z S I O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Puzzle Book Maker</dc:creator>
  <cp:lastModifiedBy>Puzzle Book Maker</cp:lastModifiedBy>
  <cp:revision>1</cp:revision>
  <dcterms:created xsi:type="dcterms:W3CDTF">2026-05-20T15:09:13Z</dcterms:created>
  <dcterms:modified xsi:type="dcterms:W3CDTF">2026-05-20T15:09:13Z</dcterms:modified>
</cp:coreProperties>
</file>