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Search #1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785112"/>
            <a:ext cx="694944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94840"/>
            <a:ext cx="685800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X C R L G I H W C Y M Q E E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G O L S F V I H T Z F Q S N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J A P P L E S A F Y E U Q X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J E R S V I C I H A O D V E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F L G M F X O D C H Z N F L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E B G Z E X B A N A N A E N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E E E H W X Z I H N N O O M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R A E Z M D O G J S T A R K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T U C K I B I R D I C S M N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G A E E C J G N I O M B I V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P Z F C Y X L F A B G M Q U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A L M U K E L Z E F F V M V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I I X K L K B Y F D H C S P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 D W Z B U H L A F T B K M G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Z N R F E T Y Q C Z Z N E 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BANANA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BIRD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86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FISH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1622552"/>
            <a:ext cx="6949440" cy="6248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2280"/>
            <a:ext cx="6858000" cy="624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X C R L G I H W C Y M Q E E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G O L S F V I H T Z F Q S N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J A P P L E S A F Y E U Q X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J E R S V I C I H A O D V E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F L G M F X O D C H Z N F L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E B G Z E X B A N A N A E N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E E E H W X Z I H N N O O M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R A E Z M D O G J S T A R K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T U C K I B I R D I C S M N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G A E E C J G N I O M B I V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P Z F C Y X L F A B G M Q U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A L M U K E L Z E F F V M V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I I X K L K B Y F D H C S P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 D W Z B U H L A F T B K M G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Z N R F E T Y Q C Z Z N E W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Puzzle Book Maker</dc:creator>
  <cp:lastModifiedBy>Puzzle Book Maker</cp:lastModifiedBy>
  <cp:revision>1</cp:revision>
  <dcterms:created xsi:type="dcterms:W3CDTF">2026-05-21T01:40:19Z</dcterms:created>
  <dcterms:modified xsi:type="dcterms:W3CDTF">2026-05-21T01:40:19Z</dcterms:modified>
</cp:coreProperties>
</file>